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Named Entity Recognition (NER)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NLP Project using spaCy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Natural Language Processing (NLP)?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NLP is a field of Artificial Intelligence focused on enabling machines to understand and process human language.</a:t>
            </a:r>
          </a:p>
          <a:p>
            <a:endParaRPr/>
          </a:p>
          <a:p>
            <a:r>
              <a:t>Examples:</a:t>
            </a:r>
          </a:p>
          <a:p>
            <a:r>
              <a:t>- Translation</a:t>
            </a:r>
          </a:p>
          <a:p>
            <a:r>
              <a:t>- Chatbots</a:t>
            </a:r>
          </a:p>
          <a:p>
            <a:r>
              <a:t>- Text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is Named Entity Recognition (NER)?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NER is the process of identifying and classifying entities in text into categories such as:</a:t>
            </a:r>
          </a:p>
          <a:p>
            <a:r>
              <a:t>- PERSON</a:t>
            </a:r>
          </a:p>
          <a:p>
            <a:r>
              <a:t>- ORGANIZATION</a:t>
            </a:r>
          </a:p>
          <a:p>
            <a:r>
              <a:t>- LOCATION</a:t>
            </a:r>
          </a:p>
          <a:p>
            <a:r>
              <a:t>- DATE</a:t>
            </a:r>
          </a:p>
          <a:p>
            <a:r>
              <a:t>- MONEY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Input: 'Barack Obama was born in Hawaii in 1961.'</a:t>
            </a:r>
          </a:p>
          <a:p>
            <a:endParaRPr/>
          </a:p>
          <a:p>
            <a:r>
              <a:t>Output:</a:t>
            </a:r>
          </a:p>
          <a:p>
            <a:r>
              <a:t>- Barack Obama → PERSON</a:t>
            </a:r>
          </a:p>
          <a:p>
            <a:r>
              <a:t>- Hawaii → GPE (Location)</a:t>
            </a:r>
          </a:p>
          <a:p>
            <a:r>
              <a:t>- 1961 → 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Methodology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User </a:t>
            </a:r>
            <a:r>
              <a:rPr lang="en-US" dirty="0"/>
              <a:t>inputs text through a terminal interface.</a:t>
            </a:r>
          </a:p>
          <a:p>
            <a:r>
              <a:rPr lang="en-US" dirty="0"/>
              <a:t>Text is processed using </a:t>
            </a:r>
            <a:r>
              <a:rPr lang="en-US" dirty="0" err="1"/>
              <a:t>spaCy’s</a:t>
            </a:r>
            <a:r>
              <a:rPr lang="en-US" dirty="0"/>
              <a:t> NLP pipeline.</a:t>
            </a:r>
          </a:p>
          <a:p>
            <a:r>
              <a:rPr lang="en-US" dirty="0"/>
              <a:t>Named entities are extracted and classified (e.g., PERSON, DATE).</a:t>
            </a:r>
          </a:p>
          <a:p>
            <a:r>
              <a:rPr lang="en-US" dirty="0"/>
              <a:t>Results and entity counts are displayed clearly to the user.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38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Title</a:t>
            </a:r>
            <a:r>
              <a:rPr lang="en-US" dirty="0"/>
              <a:t>: </a:t>
            </a:r>
            <a:r>
              <a:rPr lang="en-US" b="1" dirty="0"/>
              <a:t>Model Used: </a:t>
            </a:r>
            <a:r>
              <a:rPr lang="en-US" b="1" dirty="0" err="1"/>
              <a:t>en_core_web_sm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Pretrained</a:t>
            </a:r>
            <a:r>
              <a:rPr lang="en-US" dirty="0" smtClean="0"/>
              <a:t> </a:t>
            </a:r>
            <a:r>
              <a:rPr lang="en-US" dirty="0"/>
              <a:t>small English model from </a:t>
            </a:r>
            <a:r>
              <a:rPr lang="en-US" dirty="0" err="1"/>
              <a:t>spaCy</a:t>
            </a:r>
            <a:r>
              <a:rPr lang="en-US" dirty="0"/>
              <a:t>.</a:t>
            </a:r>
          </a:p>
          <a:p>
            <a:r>
              <a:rPr lang="en-US" dirty="0"/>
              <a:t>Supports tokenization, POS tagging, and NER.</a:t>
            </a:r>
          </a:p>
          <a:p>
            <a:r>
              <a:rPr lang="en-US" dirty="0"/>
              <a:t>Lightweight and efficient for fast processing.</a:t>
            </a:r>
          </a:p>
          <a:p>
            <a:r>
              <a:rPr lang="en-US" dirty="0"/>
              <a:t>Ideal for demos, learning, and simple NLP tasks.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226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</a:t>
            </a:r>
          </a:p>
          <a:p>
            <a:r>
              <a:t>- spaCy Library</a:t>
            </a:r>
          </a:p>
          <a:p>
            <a:r>
              <a:t>- VS Code for development</a:t>
            </a:r>
          </a:p>
          <a:p>
            <a:r>
              <a:t>- pptx for presentation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Accepts user input</a:t>
            </a:r>
          </a:p>
          <a:p>
            <a:r>
              <a:t>- Performs Named Entity Recognition</a:t>
            </a:r>
          </a:p>
          <a:p>
            <a:r>
              <a:t>- Displays entities with type and description</a:t>
            </a:r>
          </a:p>
          <a:p>
            <a:r>
              <a:t>- Summarizes entity type counts</a:t>
            </a:r>
          </a:p>
          <a:p>
            <a:r>
              <a:t>- User-friendly terminal interface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NER Output Demo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60" y="1587500"/>
            <a:ext cx="8054679" cy="4525963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NER is a foundational task in NLP that helps extract structured information from unstructured text.</a:t>
            </a:r>
          </a:p>
          <a:p>
            <a:r>
              <a:t>This project demonstrates a simple and interactive NER application using spaCy.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273</Words>
  <Application>Microsoft Office PowerPoint</Application>
  <PresentationFormat>On-screen Show (4:3)</PresentationFormat>
  <Paragraphs>48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Introduction to Named Entity Recognition (NER)</vt:lpstr>
      <vt:lpstr>What is Natural Language Processing (NLP)?</vt:lpstr>
      <vt:lpstr>What is Named Entity Recognition (NER)?</vt:lpstr>
      <vt:lpstr>Example of NER</vt:lpstr>
      <vt:lpstr>Methodology </vt:lpstr>
      <vt:lpstr>Title: Model Used: en_core_web_sm </vt:lpstr>
      <vt:lpstr>Tools Used</vt:lpstr>
      <vt:lpstr>Features of the Project</vt:lpstr>
      <vt:lpstr>NER Output Demo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Named Entity Recognition (NER)</dc:title>
  <dc:subject/>
  <dc:creator/>
  <cp:keywords/>
  <dc:description>generated using python-pptx</dc:description>
  <cp:lastModifiedBy>HAIDER ALI</cp:lastModifiedBy>
  <cp:revision>4</cp:revision>
  <dcterms:created xsi:type="dcterms:W3CDTF">2013-01-27T09:14:16Z</dcterms:created>
  <dcterms:modified xsi:type="dcterms:W3CDTF">2025-06-28T05:57:49Z</dcterms:modified>
  <cp:category/>
</cp:coreProperties>
</file>